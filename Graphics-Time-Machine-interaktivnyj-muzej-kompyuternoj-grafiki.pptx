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embeddedFontLst>
    <p:embeddedFont>
      <p:font typeface="Manrope" panose="020B0604020202020204" charset="0"/>
      <p:regular r:id="rId10"/>
    </p:embeddedFont>
    <p:embeddedFont>
      <p:font typeface="Prata" panose="020B0604020202020204" charset="-52"/>
      <p:regular r:id="rId1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3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2347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40424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573808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Graphics Time Machine — интерактивный музей компьютерной графики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629223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Учебный fullstack‑проект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233360" y="4144268"/>
            <a:ext cx="3053877" cy="1139924"/>
          </a:xfrm>
          <a:prstGeom prst="roundRect">
            <a:avLst>
              <a:gd name="adj" fmla="val 2487"/>
            </a:avLst>
          </a:prstGeom>
          <a:solidFill>
            <a:srgbClr val="212326"/>
          </a:solidFill>
          <a:ln w="25399">
            <a:solidFill>
              <a:srgbClr val="595B5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47767" y="4358680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Автор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5447767" y="4767362"/>
            <a:ext cx="262506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ru-RU" sz="1450" dirty="0">
                <a:solidFill>
                  <a:srgbClr val="BDA189"/>
                </a:solidFill>
                <a:latin typeface="Manrope" pitchFamily="34" charset="0"/>
              </a:rPr>
              <a:t>Дзейтов Магомед Т.</a:t>
            </a:r>
            <a:endParaRPr lang="en-US" sz="1450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3BEBE0D-A4B9-80C1-9B52-2BF304776E5D}"/>
              </a:ext>
            </a:extLst>
          </p:cNvPr>
          <p:cNvSpPr/>
          <p:nvPr/>
        </p:nvSpPr>
        <p:spPr>
          <a:xfrm>
            <a:off x="10983686" y="6515100"/>
            <a:ext cx="1208314" cy="342900"/>
          </a:xfrm>
          <a:prstGeom prst="rect">
            <a:avLst/>
          </a:prstGeom>
          <a:solidFill>
            <a:srgbClr val="2123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40424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8" y="127496"/>
            <a:ext cx="4401829" cy="66029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58602"/>
            <a:ext cx="4011909" cy="425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Цель и аудитория</a:t>
            </a:r>
            <a:endParaRPr lang="en-US" sz="26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213445"/>
            <a:ext cx="425241" cy="4252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233360" y="1829991"/>
            <a:ext cx="2126403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Цель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5233360" y="2187476"/>
            <a:ext cx="629686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Показать ключевые техники рендеринга — от 2D и растеризации до ray marching и трассировки лучей — через живые демки в браузере.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254593" y="3009106"/>
            <a:ext cx="382677" cy="428625"/>
          </a:xfrm>
          <a:prstGeom prst="roundRect">
            <a:avLst>
              <a:gd name="adj" fmla="val 11947"/>
            </a:avLst>
          </a:prstGeom>
          <a:solidFill>
            <a:srgbClr val="4D4D51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9621" y="3135809"/>
            <a:ext cx="212620" cy="17006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33360" y="3627338"/>
            <a:ext cx="2126403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Аудитория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5233360" y="3984823"/>
            <a:ext cx="629686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Студенты и разработчики, интересующиеся компьютерной графикой и историей игр.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3360" y="4808141"/>
            <a:ext cx="425241" cy="42525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233360" y="5424686"/>
            <a:ext cx="2126403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Концепт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5233360" y="5782171"/>
            <a:ext cx="629686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Каждая эпоха графики — отдельная «витрина» с работающей демкой и кратким пояснением алгоритма и исторического контекста.</a:t>
            </a:r>
            <a:endParaRPr lang="en-US" sz="130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3F3B1D1-3685-3BB0-579A-065368ABEE8A}"/>
              </a:ext>
            </a:extLst>
          </p:cNvPr>
          <p:cNvSpPr/>
          <p:nvPr/>
        </p:nvSpPr>
        <p:spPr>
          <a:xfrm>
            <a:off x="10983686" y="6515100"/>
            <a:ext cx="1208314" cy="342900"/>
          </a:xfrm>
          <a:prstGeom prst="rect">
            <a:avLst/>
          </a:prstGeom>
          <a:solidFill>
            <a:srgbClr val="2123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74" y="1110357"/>
            <a:ext cx="4637170" cy="46372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66251" y="1269802"/>
            <a:ext cx="4904657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Технологический стек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766251" y="1931293"/>
            <a:ext cx="5770120" cy="2078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Frontend: HTML5, CSS3, Vanilla JavaScript, Canvas 2D, WebGL (Three.js), GLSL‑шейдеры</a:t>
            </a:r>
            <a:endParaRPr lang="en-US" sz="14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Backend: Node.js + Express, SQLite (better‑sqlite3)</a:t>
            </a:r>
            <a:endParaRPr lang="en-US" sz="14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Аутентификация: JWT + bcrypt (httpOnly cookie)</a:t>
            </a:r>
            <a:endParaRPr lang="en-US" sz="14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Сборка: Vite</a:t>
            </a:r>
            <a:endParaRPr lang="en-US" sz="14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Деплой: единый сервер (Render)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766251" y="4222750"/>
            <a:ext cx="5770120" cy="1341834"/>
          </a:xfrm>
          <a:prstGeom prst="roundRect">
            <a:avLst>
              <a:gd name="adj" fmla="val 2113"/>
            </a:avLst>
          </a:prstGeom>
          <a:solidFill>
            <a:srgbClr val="391F13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258" y="4515842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80499" y="4440039"/>
            <a:ext cx="496686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Тёмная тема с киберпанк‑эстетикой — читаемость в приоритете: контрастные цвета, аккуратная типографика.</a:t>
            </a:r>
            <a:endParaRPr lang="en-US" sz="145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10D95E3-8003-EA12-44D5-4604CDEECF4B}"/>
              </a:ext>
            </a:extLst>
          </p:cNvPr>
          <p:cNvSpPr/>
          <p:nvPr/>
        </p:nvSpPr>
        <p:spPr>
          <a:xfrm>
            <a:off x="10983686" y="6515100"/>
            <a:ext cx="1208314" cy="342900"/>
          </a:xfrm>
          <a:prstGeom prst="rect">
            <a:avLst/>
          </a:prstGeom>
          <a:solidFill>
            <a:srgbClr val="2123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740892"/>
            <a:ext cx="4389923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Разделы — часть 1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74" y="2591395"/>
            <a:ext cx="1004862" cy="12561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02670" y="2591395"/>
            <a:ext cx="22242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Pong (2D)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902670" y="3000077"/>
            <a:ext cx="2224230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Игра на Canvas: спрайты, обработка ввода с клавиатуры, физика движения и коллизии — отличная точка входа в рендеринг и интерактивность.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2591395"/>
            <a:ext cx="1004862" cy="12561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04231" y="2591395"/>
            <a:ext cx="22242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Растеризация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604231" y="3000077"/>
            <a:ext cx="2224230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Вращающийся треугольник с освещением по Фонгу: ручная проекция в экранные координаты и заполнение пикселей на Canvas 2D.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695" y="2591395"/>
            <a:ext cx="1004962" cy="125620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05891" y="2591395"/>
            <a:ext cx="22242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2.5D Ray Casting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305891" y="3000077"/>
            <a:ext cx="2224230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Движок в духе Wolfenstein 3D: DDA‑алгоритм, текстурирование стен, вид от первого лица — простая симуляция 3D в 2D‑пространстве.</a:t>
            </a:r>
            <a:endParaRPr lang="en-US" sz="145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2DB658E-D7FB-D78F-EAC9-89B14F300EB1}"/>
              </a:ext>
            </a:extLst>
          </p:cNvPr>
          <p:cNvSpPr/>
          <p:nvPr/>
        </p:nvSpPr>
        <p:spPr>
          <a:xfrm>
            <a:off x="10983686" y="6515100"/>
            <a:ext cx="1208314" cy="342900"/>
          </a:xfrm>
          <a:prstGeom prst="rect">
            <a:avLst/>
          </a:prstGeom>
          <a:solidFill>
            <a:srgbClr val="2123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74" y="1076920"/>
            <a:ext cx="4704042" cy="470415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09659" y="923528"/>
            <a:ext cx="4011909" cy="425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Разделы — часть 2</a:t>
            </a:r>
            <a:endParaRPr lang="en-US" sz="2650" dirty="0"/>
          </a:p>
        </p:txBody>
      </p:sp>
      <p:sp>
        <p:nvSpPr>
          <p:cNvPr id="4" name="Shape 1"/>
          <p:cNvSpPr/>
          <p:nvPr/>
        </p:nvSpPr>
        <p:spPr>
          <a:xfrm>
            <a:off x="6309659" y="1521023"/>
            <a:ext cx="2536861" cy="3086001"/>
          </a:xfrm>
          <a:prstGeom prst="roundRect">
            <a:avLst>
              <a:gd name="adj" fmla="val 1006"/>
            </a:avLst>
          </a:prstGeom>
          <a:solidFill>
            <a:srgbClr val="404245"/>
          </a:solidFill>
          <a:ln/>
        </p:spPr>
      </p:sp>
      <p:sp>
        <p:nvSpPr>
          <p:cNvPr id="5" name="Text 2"/>
          <p:cNvSpPr/>
          <p:nvPr/>
        </p:nvSpPr>
        <p:spPr>
          <a:xfrm>
            <a:off x="6479715" y="1691084"/>
            <a:ext cx="2126403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Ray Marching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479715" y="2109887"/>
            <a:ext cx="2196747" cy="2327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Сцена на основе SDF: сфера, куб, плоскость. Фрагментный шейдер в Three.js выполняет маршинг в реальном времени с тенями и освещением — интерактивные параметры для изучения SDF.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999610" y="1521023"/>
            <a:ext cx="2536861" cy="3086001"/>
          </a:xfrm>
          <a:prstGeom prst="roundRect">
            <a:avLst>
              <a:gd name="adj" fmla="val 1006"/>
            </a:avLst>
          </a:prstGeom>
          <a:solidFill>
            <a:srgbClr val="404245"/>
          </a:solidFill>
          <a:ln/>
        </p:spPr>
      </p:sp>
      <p:sp>
        <p:nvSpPr>
          <p:cNvPr id="8" name="Text 5"/>
          <p:cNvSpPr/>
          <p:nvPr/>
        </p:nvSpPr>
        <p:spPr>
          <a:xfrm>
            <a:off x="9169667" y="1691084"/>
            <a:ext cx="2126403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Ray Tracing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9169667" y="2109887"/>
            <a:ext cx="2196747" cy="2068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Рекурсивный трассировщик на Web Worker: зеркала, стекло и шахматный пол — рендер по запросу (~2–3 с), демонстрация глобальных эффектов (рефлексии, преломления).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09659" y="4779268"/>
            <a:ext cx="5226812" cy="1136055"/>
          </a:xfrm>
          <a:prstGeom prst="roundRect">
            <a:avLst>
              <a:gd name="adj" fmla="val 2246"/>
            </a:avLst>
          </a:prstGeom>
          <a:solidFill>
            <a:srgbClr val="022349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9715" y="5033466"/>
            <a:ext cx="212620" cy="1700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62392" y="4959449"/>
            <a:ext cx="4504022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Ray marching — интерактивный; трассировка — пакетный рендер в фоне (Web Worker) для отзывчивости UI.</a:t>
            </a:r>
            <a:endParaRPr lang="en-US" sz="130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6EE01B2-431D-6D11-8EF9-2BE1C6516EB7}"/>
              </a:ext>
            </a:extLst>
          </p:cNvPr>
          <p:cNvSpPr/>
          <p:nvPr/>
        </p:nvSpPr>
        <p:spPr>
          <a:xfrm>
            <a:off x="10983686" y="6515100"/>
            <a:ext cx="1208314" cy="342900"/>
          </a:xfrm>
          <a:prstGeom prst="rect">
            <a:avLst/>
          </a:prstGeom>
          <a:solidFill>
            <a:srgbClr val="2123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40424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152723"/>
            <a:ext cx="564987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Backend и ключевые фичи</a:t>
            </a:r>
            <a:endParaRPr lang="en-US" sz="29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908671"/>
            <a:ext cx="472468" cy="4724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42062" y="1908671"/>
            <a:ext cx="241809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Счётчик посещений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5942062" y="2317353"/>
            <a:ext cx="55881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Глобальный счётчик с защитой от накрутки, запись IP и страницы в SQLite, агрегаты для дашборда.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5256974" y="3290788"/>
            <a:ext cx="425142" cy="491331"/>
          </a:xfrm>
          <a:prstGeom prst="roundRect">
            <a:avLst>
              <a:gd name="adj" fmla="val 10754"/>
            </a:avLst>
          </a:prstGeom>
          <a:solidFill>
            <a:srgbClr val="4D4D51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1428" y="3442097"/>
            <a:ext cx="236234" cy="18901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42062" y="3300214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Регистрация / вход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5942062" y="3708896"/>
            <a:ext cx="55881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Пароли хранятся через bcrypt; JWT в httpOnly cookie; маршруты API защищены middleware.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3360" y="4691757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942062" y="4691757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Личный кабинет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5942062" y="5100439"/>
            <a:ext cx="55881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Статистика посещений пользователя, история последних демо, возможность сохранять настройки визуализации.</a:t>
            </a:r>
            <a:endParaRPr lang="en-US" sz="145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7D9A6C0-F238-52A2-2B2E-AE90FA7C6727}"/>
              </a:ext>
            </a:extLst>
          </p:cNvPr>
          <p:cNvSpPr/>
          <p:nvPr/>
        </p:nvSpPr>
        <p:spPr>
          <a:xfrm>
            <a:off x="10983686" y="6515100"/>
            <a:ext cx="1208314" cy="342900"/>
          </a:xfrm>
          <a:prstGeom prst="rect">
            <a:avLst/>
          </a:prstGeom>
          <a:solidFill>
            <a:srgbClr val="2123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40424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168598"/>
            <a:ext cx="475801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Итоги и перспективы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5233360" y="1924546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Чему научился: глубокая практика с Canvas и WebGL, создание GLSL‑шейдеров, реализация ray casting/marching/tracing, построение fullstack‑архитектуры и безопасная авторизация.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233360" y="3044428"/>
            <a:ext cx="3053877" cy="2644874"/>
          </a:xfrm>
          <a:prstGeom prst="roundRect">
            <a:avLst>
              <a:gd name="adj" fmla="val 1072"/>
            </a:avLst>
          </a:prstGeom>
          <a:solidFill>
            <a:srgbClr val="212326"/>
          </a:solidFill>
          <a:ln w="25399">
            <a:solidFill>
              <a:srgbClr val="595B5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47767" y="3258840"/>
            <a:ext cx="26250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Возможные улучшения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5447767" y="3962797"/>
            <a:ext cx="262506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Ускорение трассировщика (BVH, SIMD), расширение интерактива, добавление текстур и света в ray casting, CI/CD и собственный домен.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476244" y="3044428"/>
            <a:ext cx="3053976" cy="2644874"/>
          </a:xfrm>
          <a:prstGeom prst="roundRect">
            <a:avLst>
              <a:gd name="adj" fmla="val 1072"/>
            </a:avLst>
          </a:prstGeom>
          <a:solidFill>
            <a:srgbClr val="212326"/>
          </a:solidFill>
          <a:ln w="25399">
            <a:solidFill>
              <a:srgbClr val="595B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90651" y="3258840"/>
            <a:ext cx="258597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Спасибо за внимание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8690651" y="3667522"/>
            <a:ext cx="26251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>
              <a:lnSpc>
                <a:spcPct val="133000"/>
              </a:lnSpc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Ссылка на репозиторий: https://github.com/1KLEAF1/graphics-time-machine</a:t>
            </a:r>
            <a:endParaRPr lang="en-US" sz="145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6EF1A60-22DC-7F9B-66D8-2652DA58F4E3}"/>
              </a:ext>
            </a:extLst>
          </p:cNvPr>
          <p:cNvSpPr/>
          <p:nvPr/>
        </p:nvSpPr>
        <p:spPr>
          <a:xfrm>
            <a:off x="10983686" y="6515100"/>
            <a:ext cx="1208314" cy="342900"/>
          </a:xfrm>
          <a:prstGeom prst="rect">
            <a:avLst/>
          </a:prstGeom>
          <a:solidFill>
            <a:srgbClr val="2123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458</Words>
  <Application>Microsoft Office PowerPoint</Application>
  <PresentationFormat>Широкоэкранный</PresentationFormat>
  <Paragraphs>51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Manrope</vt:lpstr>
      <vt:lpstr>Arial</vt:lpstr>
      <vt:lpstr>Prata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Магомед Дзейтов</cp:lastModifiedBy>
  <cp:revision>3</cp:revision>
  <dcterms:created xsi:type="dcterms:W3CDTF">2026-06-18T22:14:46Z</dcterms:created>
  <dcterms:modified xsi:type="dcterms:W3CDTF">2026-06-19T17:55:55Z</dcterms:modified>
</cp:coreProperties>
</file>